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emini_Generated_Image_fj1o3rfj1o3rfj1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723" y="174225"/>
            <a:ext cx="5944175" cy="28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094725" y="2959075"/>
            <a:ext cx="7340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</a:t>
            </a:r>
            <a:r>
              <a:rPr b="1" lang="es" sz="1100">
                <a:solidFill>
                  <a:schemeClr val="dk1"/>
                </a:solidFill>
              </a:rPr>
              <a:t>resolución</a:t>
            </a:r>
            <a:r>
              <a:rPr lang="es" sz="1100">
                <a:solidFill>
                  <a:schemeClr val="dk1"/>
                </a:solidFill>
              </a:rPr>
              <a:t> es la cantidad de detalle que tiene una imagen digital. Se mide por el número de </a:t>
            </a:r>
            <a:r>
              <a:rPr b="1" lang="es" sz="1100">
                <a:solidFill>
                  <a:schemeClr val="dk1"/>
                </a:solidFill>
              </a:rPr>
              <a:t>píxeles</a:t>
            </a:r>
            <a:r>
              <a:rPr lang="es" sz="1100">
                <a:solidFill>
                  <a:schemeClr val="dk1"/>
                </a:solidFill>
              </a:rPr>
              <a:t> (esos cuadritos de color diminutos) que la forman: cuantos más píxeles tenga una imagen en el mismo espacio, más nítida y realista se verá.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Si una imagen tiene </a:t>
            </a:r>
            <a:r>
              <a:rPr b="1" lang="es" sz="1100">
                <a:solidFill>
                  <a:schemeClr val="dk1"/>
                </a:solidFill>
              </a:rPr>
              <a:t>baja resolución</a:t>
            </a:r>
            <a:r>
              <a:rPr lang="es" sz="1100">
                <a:solidFill>
                  <a:schemeClr val="dk1"/>
                </a:solidFill>
              </a:rPr>
              <a:t>, los píxeles son grandes y visibles, lo que hace que el paisaje se vea "borroso" o "cuadriculado". En cambio, una </a:t>
            </a:r>
            <a:r>
              <a:rPr b="1" lang="es" sz="1100">
                <a:solidFill>
                  <a:schemeClr val="dk1"/>
                </a:solidFill>
              </a:rPr>
              <a:t>alta resolución</a:t>
            </a:r>
            <a:r>
              <a:rPr lang="es" sz="1100">
                <a:solidFill>
                  <a:schemeClr val="dk1"/>
                </a:solidFill>
              </a:rPr>
              <a:t> (como la de tu imagen del atardecer) permite ver texturas finas, como el reflejo del sol en el agua o las hojas de los árboles, porque los píxeles son tan pequeños que el ojo humano no los distingue individualmente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DPI son los Puntos por Pulgadas que es la resolución para el mundo físico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